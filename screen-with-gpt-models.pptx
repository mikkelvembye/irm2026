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0"/>
  </p:notesMasterIdLst>
  <p:sldIdLst>
    <p:sldId id="509" r:id="rId2"/>
    <p:sldId id="524" r:id="rId3"/>
    <p:sldId id="541" r:id="rId4"/>
    <p:sldId id="542" r:id="rId5"/>
    <p:sldId id="556" r:id="rId6"/>
    <p:sldId id="543" r:id="rId7"/>
    <p:sldId id="546" r:id="rId8"/>
    <p:sldId id="547" r:id="rId9"/>
    <p:sldId id="549" r:id="rId10"/>
    <p:sldId id="553" r:id="rId11"/>
    <p:sldId id="554" r:id="rId12"/>
    <p:sldId id="557" r:id="rId13"/>
    <p:sldId id="545" r:id="rId14"/>
    <p:sldId id="544" r:id="rId15"/>
    <p:sldId id="548" r:id="rId16"/>
    <p:sldId id="536" r:id="rId17"/>
    <p:sldId id="555" r:id="rId18"/>
    <p:sldId id="551" r:id="rId1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 varScale="1">
        <p:scale>
          <a:sx n="90" d="100"/>
          <a:sy n="90" d="100"/>
        </p:scale>
        <p:origin x="13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kkelvembye.github.io/AIscreenR/" TargetMode="External"/><Relationship Id="rId2" Type="http://schemas.openxmlformats.org/officeDocument/2006/relationships/hyperlink" Target="https://github.com/MikkelVembye/IRM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kelVembye/SRMA-SIG-presentatio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SRMA-SIG-presentation/blob/main/Example%20code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1" y="3886534"/>
            <a:ext cx="5002951" cy="214212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262365" cy="2637949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Systematic Reviews</a:t>
            </a:r>
            <a:endParaRPr lang="da-DK" sz="2800" dirty="0"/>
          </a:p>
        </p:txBody>
      </p:sp>
      <p:pic>
        <p:nvPicPr>
          <p:cNvPr id="11" name="Picture Placeholder 10" descr="A robot touching a finger&#10;&#10;AI-generated content may be incorrect.">
            <a:extLst>
              <a:ext uri="{FF2B5EF4-FFF2-40B4-BE49-F238E27FC236}">
                <a16:creationId xmlns:a16="http://schemas.microsoft.com/office/drawing/2014/main" id="{44A107C3-17FB-9856-DE25-75BB4EE86F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1" r="4811"/>
          <a:stretch>
            <a:fillRect/>
          </a:stretch>
        </p:blipFill>
        <p:spPr>
          <a:xfrm>
            <a:off x="5965794" y="0"/>
            <a:ext cx="6226206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2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3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1167A5-B335-D69F-88F9-E0C95B904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3907563"/>
            <a:ext cx="4893895" cy="1933266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7158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885332"/>
            <a:ext cx="10158611" cy="1071057"/>
          </a:xfrm>
        </p:spPr>
        <p:txBody>
          <a:bodyPr/>
          <a:lstStyle/>
          <a:p>
            <a:r>
              <a:rPr lang="da-DK" dirty="0"/>
              <a:t>A </a:t>
            </a:r>
            <a:r>
              <a:rPr lang="da-DK" dirty="0" err="1"/>
              <a:t>precondition</a:t>
            </a:r>
            <a:r>
              <a:rPr lang="da-DK" dirty="0"/>
              <a:t> for </a:t>
            </a:r>
            <a:r>
              <a:rPr lang="da-DK" dirty="0" err="1"/>
              <a:t>assessing</a:t>
            </a:r>
            <a:r>
              <a:rPr lang="da-DK" dirty="0"/>
              <a:t> AI screening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56389"/>
            <a:ext cx="10158611" cy="3888687"/>
          </a:xfrm>
        </p:spPr>
        <p:txBody>
          <a:bodyPr/>
          <a:lstStyle/>
          <a:p>
            <a:r>
              <a:rPr lang="da-DK" dirty="0"/>
              <a:t>To </a:t>
            </a:r>
            <a:r>
              <a:rPr lang="da-DK" dirty="0" err="1"/>
              <a:t>know</a:t>
            </a:r>
            <a:r>
              <a:rPr lang="da-DK" dirty="0"/>
              <a:t> common human screening </a:t>
            </a:r>
            <a:r>
              <a:rPr lang="da-DK" dirty="0" err="1"/>
              <a:t>behavior</a:t>
            </a:r>
            <a:r>
              <a:rPr lang="da-DK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2024).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1013520" y="1119245"/>
            <a:ext cx="4791378" cy="4395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6460287" y="1119245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impact.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 such priority and classifier screening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Considered how can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Meta-Reviewer, EPPI Reviewer, Covidence,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Alternately</a:t>
            </a:r>
            <a:r>
              <a:rPr lang="da-DK" dirty="0"/>
              <a:t>, </a:t>
            </a:r>
            <a:r>
              <a:rPr lang="en-US" dirty="0"/>
              <a:t>a shiny-app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Future </a:t>
            </a:r>
            <a:r>
              <a:rPr lang="da-DK" dirty="0" err="1"/>
              <a:t>perspectives</a:t>
            </a:r>
            <a:r>
              <a:rPr lang="da-DK" dirty="0"/>
              <a:t> – the future is AI.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da-DK" dirty="0"/>
              <a:t>My </a:t>
            </a:r>
            <a:r>
              <a:rPr lang="da-DK"/>
              <a:t>projection</a:t>
            </a:r>
            <a:r>
              <a:rPr lang="da-DK" dirty="0"/>
              <a:t>: Title and abstract and </a:t>
            </a:r>
            <a:r>
              <a:rPr lang="da-DK" dirty="0" err="1"/>
              <a:t>full</a:t>
            </a:r>
            <a:r>
              <a:rPr lang="da-DK" dirty="0"/>
              <a:t> </a:t>
            </a:r>
            <a:r>
              <a:rPr lang="da-DK" dirty="0" err="1"/>
              <a:t>text</a:t>
            </a:r>
            <a:r>
              <a:rPr lang="da-DK" dirty="0"/>
              <a:t> screening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more of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eradicted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10 </a:t>
            </a:r>
            <a:r>
              <a:rPr lang="da-DK" dirty="0" err="1"/>
              <a:t>year</a:t>
            </a:r>
            <a:r>
              <a:rPr lang="da-DK" dirty="0"/>
              <a:t>.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https://github.com/MikkelVembye/SRMA-SIG-presentation/blob/main/Example%20code.R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605" y="248850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51609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235265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(2025).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(0.3.1). CRAN. https://doi.org/10.32614/CRAN.package.AIscreenR</a:t>
            </a:r>
            <a:endParaRPr lang="en-US" sz="1200" dirty="0"/>
          </a:p>
          <a:p>
            <a:r>
              <a:rPr lang="da-DK" sz="1200" dirty="0"/>
              <a:t>Vembye, M. H., Christensen, J., Mølgaard, A. B., &amp; Schytt, F. L. W. (2024). GPT API Models Can </a:t>
            </a:r>
            <a:r>
              <a:rPr lang="da-DK" sz="1200" dirty="0" err="1"/>
              <a:t>Function</a:t>
            </a:r>
            <a:r>
              <a:rPr lang="da-DK" sz="1200" dirty="0"/>
              <a:t> as Highly </a:t>
            </a:r>
            <a:r>
              <a:rPr lang="da-DK" sz="1200" dirty="0" err="1"/>
              <a:t>Reliable</a:t>
            </a:r>
            <a:r>
              <a:rPr lang="da-DK" sz="1200" dirty="0"/>
              <a:t> Second </a:t>
            </a:r>
            <a:r>
              <a:rPr lang="da-DK" sz="1200" dirty="0" err="1"/>
              <a:t>Screeners</a:t>
            </a:r>
            <a:r>
              <a:rPr lang="da-DK" sz="1200" dirty="0"/>
              <a:t> of Titles and Abstracts in </a:t>
            </a:r>
            <a:r>
              <a:rPr lang="da-DK" sz="1200" dirty="0" err="1"/>
              <a:t>Systematic</a:t>
            </a:r>
            <a:r>
              <a:rPr lang="da-DK" sz="1200" dirty="0"/>
              <a:t> Reviews: A </a:t>
            </a:r>
            <a:r>
              <a:rPr lang="da-DK" sz="1200" dirty="0" err="1"/>
              <a:t>Proof</a:t>
            </a:r>
            <a:r>
              <a:rPr lang="da-DK" sz="1200" dirty="0"/>
              <a:t> of </a:t>
            </a:r>
            <a:r>
              <a:rPr lang="da-DK" sz="1200" dirty="0" err="1"/>
              <a:t>Concept</a:t>
            </a:r>
            <a:r>
              <a:rPr lang="da-DK" sz="1200" dirty="0"/>
              <a:t> and Common Guidelines. </a:t>
            </a:r>
            <a:r>
              <a:rPr lang="da-DK" sz="1200" i="1" dirty="0"/>
              <a:t>Open Science Framework</a:t>
            </a:r>
            <a:r>
              <a:rPr lang="da-DK" sz="1200" dirty="0"/>
              <a:t>. https://doi.org/10.31219/osf.io/yrhzm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370</TotalTime>
  <Words>2080</Words>
  <Application>Microsoft Office PowerPoint</Application>
  <PresentationFormat>Widescreen</PresentationFormat>
  <Paragraphs>158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Systematic Reviews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A precondition for assessing AI screening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AI.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6</cp:revision>
  <dcterms:created xsi:type="dcterms:W3CDTF">2026-04-15T14:24:37Z</dcterms:created>
  <dcterms:modified xsi:type="dcterms:W3CDTF">2026-04-20T12:25:15Z</dcterms:modified>
</cp:coreProperties>
</file>